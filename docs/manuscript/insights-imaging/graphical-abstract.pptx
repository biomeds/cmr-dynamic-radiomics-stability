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figur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57150">
            <a:solidFill>
              <a:srgbClr val="8505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543960" y="1516320"/>
            <a:ext cx="555156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Critical Relevance Statement and/or Main result (1-2 sentences)</a:t>
            </a:r>
            <a:endParaRPr b="0" lang="en-AT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0752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Copy the title here</a:t>
            </a:r>
            <a:endParaRPr b="0" lang="en-AT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(20xx) first author et al. DOI: XXXX</a:t>
            </a:r>
            <a:endParaRPr b="0" lang="en-AT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5520" y="1516320"/>
            <a:ext cx="574848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figu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57150">
            <a:solidFill>
              <a:srgbClr val="8505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43960" y="1516320"/>
            <a:ext cx="11300040" cy="33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Insert a representative figure (from the article). Use arrows/circles to mark highlights</a:t>
            </a:r>
            <a:endParaRPr b="0" lang="en-A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Critical Relevance Statement and/or Main result (1-2 sentences)</a:t>
            </a:r>
            <a:endParaRPr b="0" lang="en-AT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0752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Copy the title here</a:t>
            </a:r>
            <a:endParaRPr b="0" lang="en-AT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(20xx) first author et al. DOI: XXXX</a:t>
            </a:r>
            <a:endParaRPr b="0" lang="en-AT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544680" y="4898160"/>
            <a:ext cx="11300040" cy="62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AT" sz="24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Radiomic features vary systematically across the cardiac cycle. The stability of the resulting curves depends on the feature and is consistent.</a:t>
            </a:r>
            <a:endParaRPr b="1" lang="en-AT" sz="2400" strike="noStrike" u="none">
              <a:solidFill>
                <a:schemeClr val="dk1"/>
              </a:solidFill>
              <a:effectLst/>
              <a:uFillTx/>
              <a:latin typeface="Arial Blac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543600" y="335880"/>
            <a:ext cx="8561160" cy="117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AT" sz="36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Stability of Dynamic Radiomics Features in Cardiac MRI Under Noise</a:t>
            </a:r>
            <a:endParaRPr b="1" lang="en-AT" sz="3600" strike="noStrike" u="none">
              <a:solidFill>
                <a:srgbClr val="8505c1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3431520" y="5892480"/>
            <a:ext cx="8412480" cy="628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AT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Insights Imaging (202X) Klaus MD, Laqua F, Baessler B, Ankenbrand MJ;</a:t>
            </a:r>
            <a:br>
              <a:rPr sz="1400"/>
            </a:br>
            <a:r>
              <a:rPr b="1" lang="en-AT" sz="1400" strike="noStrike" u="none">
                <a:solidFill>
                  <a:srgbClr val="8505c1"/>
                </a:solidFill>
                <a:effectLst/>
                <a:uFillTx/>
                <a:latin typeface="Arial Black"/>
              </a:rPr>
              <a:t>DOI: </a:t>
            </a:r>
            <a:endParaRPr b="1" lang="en-AT" sz="1400" strike="noStrike" u="none">
              <a:solidFill>
                <a:srgbClr val="8505c1"/>
              </a:solidFill>
              <a:effectLst/>
              <a:uFillTx/>
              <a:latin typeface="Arial Black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514800" y="1564560"/>
            <a:ext cx="10890720" cy="325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LibreOffice/25.2.3.2$Linux_X86_64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2023-03-16T12:21:56Z</dcterms:created>
  <dc:creator>ESR - Bolldorf Stefanie</dc:creator>
  <dc:description/>
  <dc:language>en-US</dc:language>
  <cp:lastModifiedBy/>
  <dcterms:modified xsi:type="dcterms:W3CDTF">2025-05-26T12:02:39Z</dcterms:modified>
  <cp:revision>26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